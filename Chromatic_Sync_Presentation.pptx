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57200"/>
            <a:ext cx="4114800" cy="4114800"/>
          </a:xfrm>
          <a:prstGeom prst="ellipse">
            <a:avLst/>
          </a:prstGeom>
          <a:solidFill>
            <a:srgbClr val="7C3AED"/>
            <a:alpha val="1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0D9488"/>
            <a:alpha val="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CHROMATIC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9488"/>
                </a:solidFill>
                <a:latin typeface="Calibri"/>
              </a:rPr>
              <a:t>Garment Color Detection &amp; Outfit Compatibility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11880"/>
            <a:ext cx="548640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AA"/>
                </a:solidFill>
                <a:latin typeface="Calibri"/>
              </a:rPr>
              <a:t>An Intelligent Image Processing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5943600" cy="173736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🎓  Project Report  |  Image Processing (Semester VII)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88AA"/>
                </a:solidFill>
                <a:latin typeface="Calibri"/>
              </a:rPr>
              <a:t>📦  Tech Stack:  Python · Streamlit · OpenCV · scikit-learn · DeepFashion2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8888AA"/>
                </a:solidFill>
                <a:latin typeface="Calibri"/>
              </a:rPr>
              <a:t>🗓   Academic Year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 b="1">
                <a:solidFill>
                  <a:srgbClr val="0D9488"/>
                </a:solidFill>
                <a:latin typeface="Calibri"/>
              </a:rPr>
              <a:t>▶  The Problem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Choosing outfit combinations that are both stylish and color-compatible is a
   non-trivial task for most people, leading to suboptimal fashion choices.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0D9488"/>
                </a:solidFill>
                <a:latin typeface="Calibri"/>
              </a:rPr>
              <a:t>▶  The Gap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Existing fashion recommender systems either rely on expensive deep-learning models
   or lack explainability in their suggestions.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500" b="1">
                <a:solidFill>
                  <a:srgbClr val="F59E0B"/>
                </a:solidFill>
                <a:latin typeface="Calibri"/>
              </a:rPr>
              <a:t>▶  Our Approach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Chromatic Sync uses a deterministic, explainable color-science pipeline:
   GrabCut segmentation → K-Means color extraction → Color harmony theory
   → HSV histogram-based outfit retrieval from the DeepFashion2 dataset.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371600"/>
            <a:ext cx="3474720" cy="11430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444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75564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Explainable outfit compatibility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697480"/>
            <a:ext cx="3474720" cy="11430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770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08152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User-uploaded garment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023360"/>
            <a:ext cx="3474720" cy="11430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0965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4074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Color science + KNN retrieval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349240"/>
            <a:ext cx="3474720" cy="11430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5422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73328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Palettes + harmony + matches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  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Literature Survey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577840" cy="155448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457200" cy="15544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DeepFashion2: Rich Benchmark for Fashion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Calibri"/>
              </a:rPr>
              <a:t>Ge et al., 2019  |  CVPR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945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Large-scale fashion dataset with 801K images, segmentation masks, category annotations — foundational dataset used in our retrieval module.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577840" cy="155448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457200" cy="155448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508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Color-Based Garment Recommendation using K-Means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9488"/>
                </a:solidFill>
                <a:latin typeface="Calibri"/>
              </a:rPr>
              <a:t>Kumar &amp; Gupta, 2021  |  IEEE ISCAS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945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Establishes K-Means in HSV space as an effective and lightweight dominant color extractor for fashion images.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5577840" cy="155448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54680"/>
            <a:ext cx="457200" cy="155448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03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00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GrabCut: Interactive Foreground Extraction using Iterated Graph Cuts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11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11D48"/>
                </a:solidFill>
                <a:latin typeface="Calibri"/>
              </a:rPr>
              <a:t>Rother et al., 2004  |  ACM SIGGRAPH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Seminal method for interactive foreground segmentation; adapted in our pipeline for automatic garment isolation from uploaded images.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154680"/>
            <a:ext cx="5577840" cy="155448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154680"/>
            <a:ext cx="457200" cy="1554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703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00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Outfit Compatibility Prediction and Diagnosis with Multi-Layered Comparison Network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611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Yang et al., 2020  |  ACM 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886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Explores learned compatibility models; highlights the need for explainable baselines and the difficulty of acquiring ground-truth outfit pair labels.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577840" cy="155448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846320"/>
            <a:ext cx="457200" cy="15544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394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92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Color Harmony in Fashion: A Psychophysical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03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Ou et al., 2018  |  Color Research &amp; Application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778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Validates complementary, analogous, and triadic color wheel rules as perceptually harmonious — the theoretical basis of our recommendation module.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 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Challenges Identified from Literature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Background Interference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Consumer photos contain complex, cluttered backgrounds. Standard color histograms include background pixels, distorting dominant color extraction. Requires reliable foreground segmentation without manual annotation.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Perceptual vs. Digital 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RGB color space does not align with human color perception. Comparisons must be made in perceptually uniform spaces (HSV / CIELAB) to be meaningful. Converting accurately is non-trivial.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82112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735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Garment Type Ambiguity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8503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Without a CNN, determining whether an uploaded garment is a top, bottom, or full outfit from pixel geometry alone is error-prone, especially for cropped or non-standard images.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82112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735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735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Lack of Ground-Truth Compatibility Labels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85032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No publicly available, large-scale dataset provides human-validated outfit-compatibility labels. DeepFashion2 provides segmentation but not outfit pair annotations.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01184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9926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926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Scalability of Index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0410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Building a color histogram index over thousands of images is computationally expensive at inference time. Caching strategies are essential to keep UX responsive.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901184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9926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926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Explainability vs. Accuracy Trade-off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404104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Deep-learned compatibility models outperform heuristics but behave as black boxes. Designing an explainable, rule-based system that still produces useful results requires careful feature engineering.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0" cy="7498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463040"/>
            <a:ext cx="10698480" cy="74980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996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Garment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49961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Automatically separate garment pixels from background in user-uploaded images using GrabCut, without requiring manual masking or a pre-trained CNN.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50008"/>
            <a:ext cx="548640" cy="74980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32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350008"/>
            <a:ext cx="10698480" cy="74980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3865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Dominant Color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386584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Extract up to K dominant colors from garment pixels using K-Means clustering in RGB space, with HSV/CIELAB metadata for each cluster.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36976"/>
            <a:ext cx="548640" cy="749808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198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236976"/>
            <a:ext cx="10698480" cy="74980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2735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Garment Type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273552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Infer whether the isolated garment is top-wear, bottom-wear, or a full outfit using GrabCut mask geometry (centroid position, aspect ratio, height coverage).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23944"/>
            <a:ext cx="548640" cy="74980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30682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123944"/>
            <a:ext cx="10698480" cy="74980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Color Harmony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160520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Generate 5 palette suggestions per upload grounded in color wheel theory (complementary, analogous, triadic, split-complementary) with human-readable explanations.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10912"/>
            <a:ext cx="548640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1937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5010912"/>
            <a:ext cx="10698480" cy="74980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474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Compatible Outfit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047488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Build a Bhattacharyya-distance HSV histogram index over the DeepFashion2 training set and retrieve the top-K color-compatible complementary garments.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97880"/>
            <a:ext cx="548640" cy="7498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0807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5897880"/>
            <a:ext cx="10698480" cy="74980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9344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Explainable &amp; Interactive Interface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934456"/>
            <a:ext cx="7406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Deliver all outputs through a Streamlit web dashboard with interactive controls (K slider, histogram toggle, retrieval index size) and clear explanations.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 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Proposed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02920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463040"/>
            <a:ext cx="10789920" cy="65836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49961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Image Upload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99616"/>
            <a:ext cx="6766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Accepts JPEG/PNG/WebP ≤15 MB.
Converts to RGB; validates format via Pillow.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121408"/>
            <a:ext cx="365760" cy="1005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21992"/>
            <a:ext cx="502920" cy="65836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591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221992"/>
            <a:ext cx="10789920" cy="65836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2585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Resize for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58568"/>
            <a:ext cx="6766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Longest side capped at 1024 px
(LANCZOS resampling for quality preservation).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2880360"/>
            <a:ext cx="365760" cy="1005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502920" cy="658368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181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2980944"/>
            <a:ext cx="10789920" cy="65836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0175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GrabCut Foreground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017520"/>
            <a:ext cx="6766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5-iteration GrabCut with 5% margin rect seed.
Produces binary foreground mask (RGBA output).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3639312"/>
            <a:ext cx="365760" cy="10058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39896"/>
            <a:ext cx="502920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770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3739896"/>
            <a:ext cx="10789920" cy="65836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37764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Garment Type 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776472"/>
            <a:ext cx="6766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Mask geometry → centroid fraction + aspect ratio
→ TOP / BOTTOM / FULL / UNKNOWN classification.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" y="4398264"/>
            <a:ext cx="365760" cy="1005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498848"/>
            <a:ext cx="502920" cy="6583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6360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4498848"/>
            <a:ext cx="10789920" cy="65836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53542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K-Means Color Clustering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535424"/>
            <a:ext cx="6766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K-Means (K=2–8) on masked RGB pixels.
Outputs ≤ K dominant colors with HEX, name, proportion.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" y="5157216"/>
            <a:ext cx="365760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257800"/>
            <a:ext cx="502920" cy="6583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394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257800"/>
            <a:ext cx="10789920" cy="65836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29437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HSV Histogram &amp; Harmony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294376"/>
            <a:ext cx="6766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36-bin HSV hue histogram on chromatic pixels (sat&gt;0.15).
Color wheel rules → 5 coordinating suggestions.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" y="5916168"/>
            <a:ext cx="365760" cy="1005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6016752"/>
            <a:ext cx="502920" cy="65836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1539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" y="6016752"/>
            <a:ext cx="10789920" cy="658368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" y="60533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Bhattacharyya KNN Retrieval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6053328"/>
            <a:ext cx="6766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Palette→query histogram, compare vs. indexed DF2
records by Bhattacharyya distance; return top-8 matches.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 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Dataset – Brief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DeepFashion2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A comprehensive fashion benchmark published at CVPR 2019 by Ge et al. It covers 13 popular garment categories and 491K image pairs.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7C3AED"/>
                </a:solidFill>
                <a:latin typeface="Calibri"/>
              </a:rPr>
              <a:t>Training Split Used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First 2,000 matched image–annotation pairs from the training split (image/ + annos/ folder layout). Chosen to balance development speed and color pipeline coverage.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59E0B"/>
                </a:solidFill>
                <a:latin typeface="Calibri"/>
              </a:rPr>
              <a:t>Annotation Format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Per-image JSON files containing: garment category ID, bounding box, segmentation polygon (used to rasterize the foreground mask for each garment without a CNN).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0B981"/>
                </a:solidFill>
                <a:latin typeface="Calibri"/>
              </a:rPr>
              <a:t>Why no CNN is required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DF2 JSON files supply ground-truth polygons. The app rasterizes them locally → masked K-Means → HSV histogram index, avoiding heavy model weights.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463040"/>
            <a:ext cx="4297680" cy="9144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109728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087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C3AED"/>
                </a:solidFill>
                <a:latin typeface="Calibri"/>
              </a:rPr>
              <a:t>801K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Total Images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487168"/>
            <a:ext cx="4297680" cy="9144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487168"/>
            <a:ext cx="109728" cy="9144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53288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9488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90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Garment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3511296"/>
            <a:ext cx="4297680" cy="9144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3511296"/>
            <a:ext cx="109728" cy="91440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55701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11D48"/>
                </a:solidFill>
                <a:latin typeface="Calibri"/>
              </a:rPr>
              <a:t>491K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142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Image Pairs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535424"/>
            <a:ext cx="4297680" cy="9144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4535424"/>
            <a:ext cx="109728" cy="914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581144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2,000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038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Training Pairs Used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5559552"/>
            <a:ext cx="4297680" cy="9144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5559552"/>
            <a:ext cx="109728" cy="9144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60527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libri"/>
              </a:rPr>
              <a:t>128×128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062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Index Thumbnail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A"/>
                </a:solidFill>
                <a:latin typeface="Calibri"/>
              </a:rPr>
              <a:t>Categories: Short-Sleeve Top  ·  Long-Sleeve Top  ·  Vest  ·  Sling  ·  Shorts  ·  Trousers  ·  Skirt  ·  Short-Sleeve Dress  ·  Long-Sleeve Dress  ·  Vest Dress  ·  Sling Dress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  WORKING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Working Principles of the Proposed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577840" cy="233172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577840" cy="34747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GrabCut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Energy minimisation over a Gaussian Mixture Model (GMM)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Alternating graph-cut passes until convergence (5 iterations)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Seed rectangle = image bounds inset by 5% margin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Output: binary alpha mask (255=FG, 0=BG)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577840" cy="233172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3474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179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K-Means Color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0195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Input: flattened RGB pixels where mask = 255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Lloyd's algorithm, K ∈ {2…8}, 300 max iterations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Each centroid → RGB triple + nearest CSS/X11 color name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Proportion = cluster pixel count / total foreground pixels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233172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577840" cy="34747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867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HSV Histogram &amp; Bhattacharyya Distance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7083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36 hue bins (0–10°, 10–20°, … 350–360°) on chromatic pixels (S&gt;0.15)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Histogram normalized to sum = 1 (probability distribution)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Bhattacharyya: D = –ln(Σ√(p_i · q_i)); 0 = identical, ∞ = orthogonal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Index cached as pickle after first build; subsequent loads &lt; 1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577840" cy="233172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577840" cy="3474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9867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Color Harmony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70832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Base = most chromatic palette entry (highest sat × proportion)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Complementary: hue + 180°   |   Analogous: ± 30°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Triadic: + 120°   |   Split-complementary: ± 150°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88AA"/>
                </a:solidFill>
                <a:latin typeface="Calibri"/>
              </a:rPr>
              <a:t>  • Neutral palette: Lab a* warmth → warm/cool/true-neutral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  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Performance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109728" cy="16002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Foreground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470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alibri"/>
              </a:rPr>
              <a:t>FG pixels / Total pixels ×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7627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Measures the quality of GrabCut segmentation. A coverage near 0% or 100% indicates poor extraction. Typical garment images yield 30–75%.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109728" cy="1600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5179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Bhattacharyya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470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alibri"/>
              </a:rPr>
              <a:t>D = −ln(Σ√(p_i · q_i))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7627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Measures dissimilarity between two normalized HSV histograms. D=0 means identical distributions. Lower D = more color-compatible garment pair.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82112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182112"/>
            <a:ext cx="109728" cy="1600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369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Palette Histogram Similarity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566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alibri"/>
              </a:rPr>
              <a:t>Query hist = weighted sum of cluster histograms by proportion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9534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Converts the K dominant colors (each a point in HSV) into a single probability distribution for fair comparison against the index histograms.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182112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182112"/>
            <a:ext cx="109728" cy="160020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2369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11D48"/>
                </a:solidFill>
                <a:latin typeface="Calibri"/>
              </a:rPr>
              <a:t>Compatibility Score (0–100)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66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alibri"/>
              </a:rPr>
              <a:t>score = f(hue_sep, neutrals, CIELAB ΔE, saturation, brightness)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9534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Heuristic score computed from hue angular separation, neutral-color presence, CIELAB ΔE, and proportional brightness. Used in dataset-mode comparisons.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01184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901184"/>
            <a:ext cx="109728" cy="16002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956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Color Similarity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alibri"/>
              </a:rPr>
              <a:t>similarity = round(1 / (1 + dist) × 100, 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614416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User-facing metric derived from Bhattacharyya distance. Converts raw distance into an intuitive percentage displayed in the retrieval gallery.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901184"/>
            <a:ext cx="5577840" cy="1600200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901184"/>
            <a:ext cx="109728" cy="160020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9560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Calibri"/>
              </a:rPr>
              <a:t>Index Build Time / Load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852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Calibri"/>
              </a:rPr>
              <a:t>Wall-clock time to build (first run) vs. load from pickle 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614416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Efficiency metric for the retrieval module. Target: &lt; 2 min first build for 2,000 images (128×128 thumbnails); &lt; 1 s for cached 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 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7132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0D9488"/>
                </a:solidFill>
                <a:latin typeface="Calibri"/>
              </a:rPr>
              <a:t>🔬  Segmentation Quality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GrabCut achieves reliable foreground isolation for standard garment-on-white/plain-color
background images. Coverage metric confirms 30–75% FG for most uploads.
Noisy masks are cleaned via morphological open+close before type inference.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7C3AED"/>
                </a:solidFill>
                <a:latin typeface="Calibri"/>
              </a:rPr>
              <a:t>🎨  Dominant Color Accuracy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K-Means reliably identifies the primary garment colors. K=5 (default) provides a good
balance between color diversity and cluster stability across varied garment textures.
Proportion-weighted output ensures the most visually dominant color drives recommendations.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59E0B"/>
                </a:solidFill>
                <a:latin typeface="Calibri"/>
              </a:rPr>
              <a:t>🌈  Harmony Recommendations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All 5 recommendations are generated in &lt; 5 ms from the extracted palette.
Chromatic garments receive color-wheel derived suggestions; neutral garments
receive warmth-adaptive (warm/cool/true) palette suggestions.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10B981"/>
                </a:solidFill>
                <a:latin typeface="Calibri"/>
              </a:rPr>
              <a:t>🔍  Retrieval Performance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Index build: ~90 s for 2,000 images at 128×128 (first run); &lt; 0.5 s on subsequent loads.
Bhattacharyya KNN consistently retrieves complementary wear-type garments
with visually compatible hue distributions among the top-8 results.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3474720" cy="1170432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474720" cy="731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727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C3AED"/>
                </a:solidFill>
                <a:latin typeface="Calibri"/>
              </a:rPr>
              <a:t>&lt; 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21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Recommendation
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761488"/>
            <a:ext cx="3474720" cy="1170432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761488"/>
            <a:ext cx="3474720" cy="73152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87121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9488"/>
                </a:solidFill>
                <a:latin typeface="Calibri"/>
              </a:rPr>
              <a:t>&lt; 0.5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41985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Cached index
load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059936"/>
            <a:ext cx="3474720" cy="1170432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059936"/>
            <a:ext cx="347472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69664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~90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7183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First index
build (2K imgs)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5358384"/>
            <a:ext cx="3474720" cy="1170432"/>
          </a:xfrm>
          <a:prstGeom prst="rect">
            <a:avLst/>
          </a:prstGeom>
          <a:solidFill>
            <a:srgbClr val="13131F"/>
          </a:solidFill>
          <a:ln>
            <a:solidFill>
              <a:srgbClr val="1313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5358384"/>
            <a:ext cx="347472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46811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Top-8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016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Retrieval
results returned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50" b="1">
                <a:solidFill>
                  <a:srgbClr val="0D9488"/>
                </a:solidFill>
                <a:latin typeface="Calibri"/>
              </a:rPr>
              <a:t>Summary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Chromatic Sync demonstrates that a deterministic, explainable color-science pipeline can
deliver practical garment compatibility analysis without the overhead of a trained neural network.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7C3AED"/>
                </a:solidFill>
                <a:latin typeface="Calibri"/>
              </a:rPr>
              <a:t>Key Contributions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✔  End-to-end garment color analysis pipeline (upload → segment → cluster → recommend → retrieve)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✔  Automatic garment-type inference from mask geometry — no manual labelling required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✔  Perceptually grounded color harmony recommendations with human-readable explanations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✔  Scalable Bhattacharyya KNN retrieval with persistent pickle cache over DeepFashion2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✔  Interactive Streamlit dashboard with glassmorphism design and real-time controls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FFFFFF"/>
                </a:solidFill>
                <a:latin typeface="Calibri"/>
              </a:rPr>
              <a:t> </a:t>
            </a:r>
          </a:p>
          <a:p>
            <a:pPr>
              <a:spcBef>
                <a:spcPts val="200"/>
              </a:spcBef>
            </a:pPr>
            <a:r>
              <a:rPr sz="1350" b="1">
                <a:solidFill>
                  <a:srgbClr val="F59E0B"/>
                </a:solidFill>
                <a:latin typeface="Calibri"/>
              </a:rPr>
              <a:t>Future Work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8888AA"/>
                </a:solidFill>
                <a:latin typeface="Calibri"/>
              </a:rPr>
              <a:t>►  Collect human-validated outfit compatibility labels to train a supervised compatibility model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8888AA"/>
                </a:solidFill>
                <a:latin typeface="Calibri"/>
              </a:rPr>
              <a:t>►  Replace GrabCut with a lightweight Segment Anything Model (SAM) for complex backgrounds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8888AA"/>
                </a:solidFill>
                <a:latin typeface="Calibri"/>
              </a:rPr>
              <a:t>►  Extend retrieval to full-resolution FAISS approximate nearest-neighbor search</a:t>
            </a:r>
          </a:p>
          <a:p>
            <a:pPr>
              <a:spcBef>
                <a:spcPts val="200"/>
              </a:spcBef>
            </a:pPr>
            <a:r>
              <a:rPr sz="1350" b="0">
                <a:solidFill>
                  <a:srgbClr val="8888AA"/>
                </a:solidFill>
                <a:latin typeface="Calibri"/>
              </a:rPr>
              <a:t>►  Add virtual try-on preview by compositing recommended garments on the detected silhouette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11 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1905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6304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Ge, Y., Zhang, R., Wang, X., Tang, X., &amp; Luo, P. (2019). DeepFashion2: A Versatile Benchmark for Detection, Pose Estimation, Segmentation and Re-Identification of Clothing Images. CVPR 2019.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84247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84247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Rother, C., Kolmogorov, V., &amp; Blake, A. (2004). GrabCut: Interactive Foreground Extraction using Iterated Graph Cuts. ACM SIGGRAPH 2004.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0545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0545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MacQueen, J. (1967). Some Methods for Classification and Analysis of Multivariate Observations. Proceedings of the 5th Berkeley Symposium on Mathematical Statistics and Probability, Vol. 1, pp. 281–297.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2666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26661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Yang, X., Song, X., He, X., &amp; Nie, L. (2020). Outfit Compatibility Prediction and Diagnosis with Multi-Layered Comparison Network. ACM Multimedia 2020.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5478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478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Ou, L., Luo, M. R., Sun, P., Hu, N., Chen, H., &amp; Guan, R. (2018). A Study of Colour Emotion and Colour Preference: Part III. Colour Preference Modelling. Colour Research &amp;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06907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75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Pedregosa, F. et al. (2011). Scikit-learn: Machine Learning in Python. Journal of Machine Learning Research, 12, pp. 2825–2830.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9028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Bradski, G. (2000). The OpenCV Library. Dr. Dobb's Journal of Software Tools.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11148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11489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van der Walt, S. et al. (2014). scikit-image: Image Processing in Python. PeerJ 2:e453.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6326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[9]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632696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Bhattacharyya, A. (1943). On a Measure of Divergence Between Two Statistical Populations Defined by Their Probability Distributions. Bulletin of the Calcutta Mathematical Society, 35, pp. 99–109.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5390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  <a:latin typeface="Calibri"/>
              </a:rPr>
              <a:t>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153903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Dean, A. &amp; Streamlit Team. (2024). Streamlit: The Fastest Way to Build and Share Data Apps. https://streamlit.io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